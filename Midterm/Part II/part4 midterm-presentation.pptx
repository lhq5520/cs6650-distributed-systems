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Requests Per Second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RPS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Crashed</c:v>
                  </c:pt>
                  <c:pt idx="2">
                    <c:v>Resilient</c:v>
                  </c:pt>
                  <c:pt idx="3">
                    <c:v>Recovered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4</c:v>
                </c:pt>
                <c:pt idx="2">
                  <c:v>89</c:v>
                </c:pt>
                <c:pt idx="3">
                  <c:v>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Avg Latency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Latency (ms)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Crashed</c:v>
                  </c:pt>
                  <c:pt idx="2">
                    <c:v>Resilient</c:v>
                  </c:pt>
                  <c:pt idx="3">
                    <c:v>Recovered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4644</c:v>
                </c:pt>
                <c:pt idx="2">
                  <c:v>18</c:v>
                </c:pt>
                <c:pt idx="3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8-1.png"/><Relationship Id="rId4" Type="http://schemas.openxmlformats.org/officeDocument/2006/relationships/image" Target="../media/image-8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CS6650 Midterm Mastery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 – III: From HW6 Results to Crash &amp; Recovery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Weifan Li  |  Distributed Systems  |  February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1B2838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384048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1B2838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384048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1B2838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94960" y="384048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1B2838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384048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1B2838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64008" cy="822960"/>
          </a:xfrm>
          <a:prstGeom prst="rect">
            <a:avLst/>
          </a:prstGeom>
          <a:solidFill>
            <a:srgbClr val="0097A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234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I: HW6 Results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6304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instance bottleneck → horizontal scaling with ALB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148840"/>
            <a:ext cx="64008" cy="822960"/>
          </a:xfrm>
          <a:prstGeom prst="rect">
            <a:avLst/>
          </a:prstGeom>
          <a:solidFill>
            <a:srgbClr val="0097A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17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II: Key Learnings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463040" y="2560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CAP, MapReduce, IaC, Parnas, and hands-on scaling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1089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3108960"/>
            <a:ext cx="64008" cy="822960"/>
          </a:xfrm>
          <a:prstGeom prst="rect">
            <a:avLst/>
          </a:prstGeom>
          <a:solidFill>
            <a:srgbClr val="0097A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918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III: Crash Demo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463040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failure with a slow downstream service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0690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4069080"/>
            <a:ext cx="64008" cy="822960"/>
          </a:xfrm>
          <a:prstGeom prst="rect">
            <a:avLst/>
          </a:prstGeom>
          <a:solidFill>
            <a:srgbClr val="0097A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5196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4114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III: Recovery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463040" y="4480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 + Circuit Breaker + Bulkhead patterns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I: Homework 6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Product Search Service on ECS Fargate (0.25 vCPU, 512 MB)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384048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II: Single Instance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scaled linearly with concurrency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stayed flat (~11%)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CPU-bound workload confirmed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1463040" cy="64008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91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CPU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3291840"/>
            <a:ext cx="1463040" cy="64008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3291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 CPU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68880" y="3611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Users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371600"/>
            <a:ext cx="3840480" cy="45720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III: ALB + Auto Scaling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20116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users for 5 minutes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Scaled: 2 → 3 → 4 instances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failures, stable response time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3291840"/>
            <a:ext cx="1463040" cy="64008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291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80.7%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3611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Peak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3291840"/>
            <a:ext cx="1463040" cy="64008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291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3611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Horizontal scaling with ALB is the correct long-term solution for stateless, compute-bound services.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II: What I Found Valuable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265176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&amp; FLP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are inevitable. The real choice: consistency or availability?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097280"/>
            <a:ext cx="2651760" cy="54864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MapReduce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abstractions enable automatic parallelization and fault tolerance.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+ Docker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 clicks to one command. IaC enables reproducibility at scale.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017520"/>
            <a:ext cx="2651760" cy="54864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Parnas (1972)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hiding → microservice boundaries. 50-year-old ideas still relevant.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3017520"/>
            <a:ext cx="265176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HW6 Scaling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2044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met practice: CPU bottleneck → ALB + Auto Scaling → problem solved.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3017520"/>
            <a:ext cx="2651760" cy="5486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Fallacies, halting/omission/Byzantine failures — vocabulary for real problems.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III: Crash &amp; Recovery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463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8288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Locust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Users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20240" y="2286000"/>
            <a:ext cx="731520" cy="0"/>
          </a:xfrm>
          <a:prstGeom prst="line">
            <a:avLst/>
          </a:prstGeom>
          <a:noFill/>
          <a:ln w="25400">
            <a:solidFill>
              <a:srgbClr val="0097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1645920"/>
            <a:ext cx="1463040" cy="128016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51760" y="164592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(port 80)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2286000"/>
            <a:ext cx="73152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371600"/>
            <a:ext cx="1828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(port 8080)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 products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sync.Map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2286000"/>
            <a:ext cx="731520" cy="0"/>
          </a:xfrm>
          <a:prstGeom prst="line">
            <a:avLst/>
          </a:prstGeom>
          <a:noFill/>
          <a:ln w="25400">
            <a:solidFill>
              <a:srgbClr val="FB8C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1645920"/>
            <a:ext cx="1463040" cy="1280160"/>
          </a:xfrm>
          <a:prstGeom prst="rect">
            <a:avLst/>
          </a:prstGeom>
          <a:solidFill>
            <a:srgbClr val="FFF3E0"/>
          </a:solidFill>
          <a:ln w="25400">
            <a:solidFill>
              <a:srgbClr val="FB8C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06640" y="164592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 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(port 8081)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49440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Modes: none | slow (3-8s) | error | crash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3931920" cy="548640"/>
          </a:xfrm>
          <a:prstGeom prst="rect">
            <a:avLst/>
          </a:prstGeom>
          <a:solidFill>
            <a:srgbClr val="FFEBEE"/>
          </a:solidFill>
          <a:ln w="635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RESILIENCE=false: waits forever, cascading failure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749040"/>
            <a:ext cx="393192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RESILIENCE=true: timeout + circuit breaker + bulkhead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via Terraform to AWS ECS Fargate  |  Service Discovery for inter-service communication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1: The Crash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resilience — downstream goes slow (3-8s), everything dies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4572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28016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4,644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5,200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347x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8,015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03520" y="1188720"/>
            <a:ext cx="3474720" cy="13716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30352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CloudWatch: CPU &lt; 8% — bottleneck is I/O, not CPU</a:t>
            </a:r>
            <a:endParaRPr lang="en-US" sz="900" dirty="0"/>
          </a:p>
        </p:txBody>
      </p:sp>
      <p:sp>
        <p:nvSpPr>
          <p:cNvPr id="8" name="Shape 3"/>
          <p:cNvSpPr/>
          <p:nvPr/>
        </p:nvSpPr>
        <p:spPr>
          <a:xfrm>
            <a:off x="548640" y="3200400"/>
            <a:ext cx="804672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3756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80160" y="320040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didn't return errors — it returned successful responses, just 290x slower. Every goroutine blocked waiting for the slow downstream, creating a silent cascading failure.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4114800"/>
            <a:ext cx="4114800" cy="9144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754880" y="4297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resilience_enabled: false, all requests slow but "successful"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43A0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2: The Fix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resilience patterns from Sam Newman's Building Microservices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371600"/>
            <a:ext cx="2697480" cy="54864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44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Fast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594360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500ms Timeout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4360" y="23774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wait 3-8s for a slow service. Time out after 500ms and return fallback data.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37560" y="137160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37560" y="1371600"/>
            <a:ext cx="2697480" cy="54864"/>
          </a:xfrm>
          <a:prstGeom prst="rect">
            <a:avLst/>
          </a:prstGeom>
          <a:solidFill>
            <a:srgbClr val="0097A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544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3192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474720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fails → OPEN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474720" y="23774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 timeouts, stop calling downstream for 15s. Serve cached fallback instantly.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217920" y="137160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17920" y="1371600"/>
            <a:ext cx="2697480" cy="54864"/>
          </a:xfrm>
          <a:prstGeom prst="rect">
            <a:avLst/>
          </a:prstGeom>
          <a:solidFill>
            <a:srgbClr val="43A04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55448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1228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Bulkhead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6355080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 concurrent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355080" y="23774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 goroutines can wait on downstream at once. The rest get fallback immediately.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7764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88720" y="3840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failure conditions (downstream in slow mode), RPS recovered from </a:t>
            </a:r>
            <a:pPr indent="0" marL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→ 89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Avg latency from </a:t>
            </a:r>
            <a:pPr indent="0" marL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4,644ms → 18ms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Zero failures.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118872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Terraform variable change: resilience_enabled = false → true, terraform apply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Results Comparison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39319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1097280"/>
          <a:ext cx="39319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3840480"/>
            <a:ext cx="4114800" cy="100584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breaker: OPEN, 8,809 fallbacks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54880" y="3840480"/>
            <a:ext cx="4114800" cy="100584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75488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breaker: CLOSED, fully recovered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 failures are silent killers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errors, just 290x slower. Monitor throughput, not just error rates.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≠ the bottleneck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was 8% during the crash. I/O wait from blocked goroutines was the real problem.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 works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 + Circuit Breaker + Bulkhead = 100% throughput recovery under identical failure.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 gracefully, don't fail hard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recommendations &gt; 8-second timeouts. Users stay happy.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Weifan Li  |  CS6650 Distributed Systems  |  February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GitHub  |  Infra: Terraform + ECS Fargate  |  Testing: Locust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CS6650 Midterm Mastery</dc:title>
  <dc:subject>PptxGenJS Presentation</dc:subject>
  <dc:creator>Weifan Li</dc:creator>
  <cp:lastModifiedBy>Weifan Li</cp:lastModifiedBy>
  <cp:revision>1</cp:revision>
  <dcterms:created xsi:type="dcterms:W3CDTF">2026-03-01T00:17:56Z</dcterms:created>
  <dcterms:modified xsi:type="dcterms:W3CDTF">2026-03-01T00:17:56Z</dcterms:modified>
</cp:coreProperties>
</file>